
<file path=[Content_Types].xml><?xml version="1.0" encoding="utf-8"?>
<Types xmlns="http://schemas.openxmlformats.org/package/2006/content-types">
  <Default Extension="png" ContentType="image/png"/>
  <Default Extension="m4a" ContentType="audio/mp4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0" d="100"/>
          <a:sy n="40" d="100"/>
        </p:scale>
        <p:origin x="49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1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1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8.pn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6.png"/><Relationship Id="rId9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1000">
              <a:schemeClr val="accent3"/>
            </a:gs>
            <a:gs pos="74000">
              <a:schemeClr val="accent1">
                <a:lumMod val="45000"/>
                <a:lumOff val="55000"/>
              </a:schemeClr>
            </a:gs>
            <a:gs pos="71000">
              <a:schemeClr val="accent1">
                <a:lumMod val="40000"/>
                <a:lumOff val="60000"/>
              </a:schemeClr>
            </a:gs>
            <a:gs pos="33000">
              <a:schemeClr val="accent3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Parcial 1 - Estructura de Datos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Nombre: Cesar Emilio Caro Carrillo</a:t>
            </a:r>
          </a:p>
        </p:txBody>
      </p:sp>
      <p:pic>
        <p:nvPicPr>
          <p:cNvPr id="4" name="Diapositiva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962400" y="2948781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36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Problemática y Solución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Problema: Búsqueda lenta en listas y arreglos.</a:t>
            </a:r>
          </a:p>
          <a:p>
            <a:endParaRPr/>
          </a:p>
          <a:p>
            <a:r>
              <a:t>Solución: Uso de Árbol Binario de Búsqueda para optimizar inserción y búsqueda.</a:t>
            </a:r>
          </a:p>
        </p:txBody>
      </p:sp>
      <p:pic>
        <p:nvPicPr>
          <p:cNvPr id="5" name="Sonido grabado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272590" y="4349331"/>
            <a:ext cx="609600" cy="10408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40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DnDiag">
          <a:fgClr>
            <a:schemeClr val="accent1">
              <a:lumMod val="20000"/>
              <a:lumOff val="80000"/>
            </a:schemeClr>
          </a:fgClr>
          <a:bgClr>
            <a:schemeClr val="tx2">
              <a:lumMod val="40000"/>
              <a:lumOff val="6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3231" y="8308"/>
            <a:ext cx="8229600" cy="1065890"/>
          </a:xfrm>
        </p:spPr>
        <p:txBody>
          <a:bodyPr/>
          <a:lstStyle/>
          <a:p>
            <a:r>
              <a:rPr dirty="0" err="1"/>
              <a:t>Métodos</a:t>
            </a:r>
            <a:r>
              <a:rPr dirty="0"/>
              <a:t> a </a:t>
            </a:r>
            <a:r>
              <a:rPr dirty="0" err="1"/>
              <a:t>implementar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13231" y="954302"/>
            <a:ext cx="97693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 smtClean="0"/>
              <a:t>Insertar</a:t>
            </a:r>
            <a:r>
              <a:rPr lang="es-ES" dirty="0" smtClean="0"/>
              <a:t>:</a:t>
            </a:r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022860" y="954302"/>
            <a:ext cx="87043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 smtClean="0"/>
              <a:t>Buscar</a:t>
            </a:r>
            <a:r>
              <a:rPr lang="es-ES" dirty="0" smtClean="0"/>
              <a:t>:</a:t>
            </a:r>
            <a:endParaRPr dirty="0"/>
          </a:p>
          <a:p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60491" y="4410106"/>
            <a:ext cx="101508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 smtClean="0"/>
              <a:t>InOrden</a:t>
            </a:r>
            <a:r>
              <a:rPr lang="es-ES" dirty="0" smtClean="0"/>
              <a:t>:</a:t>
            </a:r>
            <a:endParaRPr dirty="0"/>
          </a:p>
          <a:p>
            <a:endParaRPr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06238"/>
            <a:ext cx="4101483" cy="2671828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031" y="1406238"/>
            <a:ext cx="3600953" cy="1952898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231" y="5053524"/>
            <a:ext cx="4725059" cy="1324160"/>
          </a:xfrm>
          <a:prstGeom prst="rect">
            <a:avLst/>
          </a:prstGeom>
        </p:spPr>
      </p:pic>
      <p:pic>
        <p:nvPicPr>
          <p:cNvPr id="9" name="Sonido grabado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328507" y="3800506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23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encilGrayscale/>
                    </a14:imgEffect>
                  </a14:imgLayer>
                </a14:imgProps>
              </a:ext>
            </a:extLst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10299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/>
              <a:t>Inserción</a:t>
            </a:r>
            <a:r>
              <a:rPr dirty="0"/>
              <a:t>: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507332" y="1828800"/>
            <a:ext cx="1175322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/>
              <a:t>Búsqueda</a:t>
            </a:r>
            <a:r>
              <a:rPr dirty="0"/>
              <a:t>:</a:t>
            </a:r>
          </a:p>
          <a:p>
            <a:endParaRPr dirty="0"/>
          </a:p>
          <a:p>
            <a:endParaRPr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75131"/>
            <a:ext cx="4296375" cy="106705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840" y="2495564"/>
            <a:ext cx="3019846" cy="1876687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588" y="3956630"/>
            <a:ext cx="2241612" cy="1901975"/>
          </a:xfrm>
          <a:prstGeom prst="rect">
            <a:avLst/>
          </a:prstGeom>
        </p:spPr>
      </p:pic>
      <p:pic>
        <p:nvPicPr>
          <p:cNvPr id="8" name="Sonido grabado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183840" y="4901755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995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40">
          <a:fgClr>
            <a:schemeClr val="accent3">
              <a:lumMod val="60000"/>
              <a:lumOff val="40000"/>
            </a:schemeClr>
          </a:fgClr>
          <a:bgClr>
            <a:schemeClr val="accent5">
              <a:lumMod val="40000"/>
              <a:lumOff val="6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 logró implementar un árbol binario de búsqueda.</a:t>
            </a:r>
          </a:p>
          <a:p>
            <a:r>
              <a:t>Se mejoró la eficiencia en la búsqueda de datos.</a:t>
            </a:r>
          </a:p>
          <a:p>
            <a:r>
              <a:t>Se comprendió el uso de estructuras no lineales.</a:t>
            </a:r>
          </a:p>
        </p:txBody>
      </p:sp>
      <p:pic>
        <p:nvPicPr>
          <p:cNvPr id="4" name="Sonido grabado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657600" y="49530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60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82</Words>
  <Application>Microsoft Office PowerPoint</Application>
  <PresentationFormat>Presentación en pantalla (4:3)</PresentationFormat>
  <Paragraphs>17</Paragraphs>
  <Slides>5</Slides>
  <Notes>0</Notes>
  <HiddenSlides>0</HiddenSlides>
  <MMClips>5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Parcial 1 - Estructura de Datos II</vt:lpstr>
      <vt:lpstr>Problemática y Solución</vt:lpstr>
      <vt:lpstr>Métodos a implementar</vt:lpstr>
      <vt:lpstr>Ejemplos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Parcial 1 - Estructura de Datos II</dc:title>
  <dc:subject/>
  <dc:creator/>
  <cp:keywords/>
  <dc:description>generated using python-pptx</dc:description>
  <cp:lastModifiedBy>César</cp:lastModifiedBy>
  <cp:revision>4</cp:revision>
  <dcterms:created xsi:type="dcterms:W3CDTF">2013-01-27T09:14:16Z</dcterms:created>
  <dcterms:modified xsi:type="dcterms:W3CDTF">2026-03-26T20:46:53Z</dcterms:modified>
  <cp:category/>
</cp:coreProperties>
</file>